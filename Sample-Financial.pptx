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0BB537-8A83-4D5B-8670-4FC92B948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1E35F5-12B9-486C-88AE-06CBA100B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FA17F9-33A4-43B8-9506-C5E6C90EB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D43632-E42C-4DB4-A38F-43B2C50F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8B6727-FB63-4A4C-BF1F-598CDD1A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25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C9972-3A37-437B-AA28-83D3923B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9411EB-10AD-4234-8E25-7EDBB83B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C08656-A03B-485F-A337-C1D185EE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025653-5B21-4716-8381-A571791B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9AE9B5-75B9-43A3-9E08-4458B289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638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DFA4E-644D-460B-94BB-7AB0E8162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FB2A84-6396-4E6F-9B5C-1831F4A2E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1690CE-921B-46B1-BD43-4513327C4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653231-A72F-48E8-8EC7-F8154BE6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768AF6-5498-408C-B2C7-FAF2FC1C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64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81955-F4B1-425B-928B-E6B6ECD3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F7A9D8-FDD7-4769-9C6D-C2982EA7E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A6FD1D-A591-438D-9681-0F5C1FDAD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268281-AA43-4AB8-96CD-D446933E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3AB447-47CB-4407-8853-228324F11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0D47FE-7AE6-483C-BA7B-EA9AC191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816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17936-AF32-4EFC-8536-88237A55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B2A2A2-46B3-4981-8D66-38FE32507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58D8E4-E337-4042-8784-A49103E1B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90D7D4-D4F7-4BC8-B02A-4867DD2E6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F6BE4A-6233-4204-A6E5-EDF3328D0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2D405D6-5D37-43AC-9449-35E87C83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6F1BAE-C4A7-4DF8-B08E-4F16C4FC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88F0FE-02EA-424A-BD60-F1314397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00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88677-F810-4274-A596-B65634159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5C5B23-561D-47B7-8F4C-A6F5038F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2EDD20-A194-4209-8D22-8CB8C250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C7EF8E-C562-48A7-A643-2EE40D2D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36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EC59476-9814-4656-B9E8-E21238EE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E82892-3A96-4086-AF45-E316F259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78E8B-855D-4D09-9B2D-E7BE8BF00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95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C4AD5-E99F-4FC8-9228-EDD27EEF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77F747-E3C4-41A9-91B0-99749A8FB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AB5A1B-8FE9-49D0-8F02-BC57B7AB2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647578-5C94-4F82-966A-0E949542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E31FF9-15B4-480C-80C1-21F67F98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2F5D23-9FD8-41B0-A773-9B2EF990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38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C3397-747F-4EC5-81B7-C316DEE0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EA3B2D-55C3-4026-94B7-1E358CB7A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A743E0-569A-4515-B5B2-24BEA2156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D69291-0D16-44FA-962B-B91EA30C1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354422-00B2-43A6-9130-F62D63D7F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FAB2A9-E673-4F94-B6AA-DF6EFAE2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53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E1D79-6967-4EFD-B83E-2FDA1FAB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490508-295A-4289-B730-BDA3D7697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740A0-F614-46BD-AF71-9DDA26859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C1FA93-C77B-4F0B-9604-895DB8F2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C7DB6B-5F80-4BDC-9339-B2334788D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2705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37526A-8517-4AEF-B91A-207DB68FB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3031A1-FB26-492F-ADDA-F5E7A7F39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FD17CC-FDC3-4AF3-8E0C-DD0C6E98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BBDFAF-9457-4D3F-900A-0982455A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683125-CFED-4186-B821-98EF6997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56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FDB9126-F71C-446E-99FF-E84DFF0E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ADAB41-C445-4CFB-8F99-A82457615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5A7C04-5AA3-4F30-8689-0E1E07AD0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3865-8DA2-4D83-A63F-8A59E70A75E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E52CC3-2533-4B40-AE05-7F03B82C4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C5CB66-6B1A-4CC6-9113-9943CF070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4159D-E75B-4E7A-8B3E-EF385E3C7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79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51932-1842-4B57-8A75-662BF0B09D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BD199F-4D25-4EA4-83CC-FCAD15A7E1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F95A09FE-A28E-480C-B04C-7EFFF73873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883505"/>
                  </p:ext>
                </p:extLst>
              </p:nvPr>
            </p:nvGraphicFramePr>
            <p:xfrm>
              <a:off x="219635" y="0"/>
              <a:ext cx="1175273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F95A09FE-A28E-480C-B04C-7EFFF73873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635" y="0"/>
                <a:ext cx="1175273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94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B346C45E-9CF9-4BFD-BCF1-D051DAE0BA3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90988367"/>
                  </p:ext>
                </p:extLst>
              </p:nvPr>
            </p:nvGraphicFramePr>
            <p:xfrm>
              <a:off x="0" y="461542"/>
              <a:ext cx="12192000" cy="593491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B346C45E-9CF9-4BFD-BCF1-D051DAE0BA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61542"/>
                <a:ext cx="12192000" cy="59349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6361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5FDA80C7-0E63-473E-A643-4F3C5CAF1AB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75884896"/>
                  </p:ext>
                </p:extLst>
              </p:nvPr>
            </p:nvGraphicFramePr>
            <p:xfrm>
              <a:off x="0" y="676695"/>
              <a:ext cx="12192000" cy="550461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5FDA80C7-0E63-473E-A643-4F3C5CAF1A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676695"/>
                <a:ext cx="12192000" cy="55046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19570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webextension1.xml><?xml version="1.0" encoding="utf-8"?>
<we:webextension xmlns:we="http://schemas.microsoft.com/office/webextensions/webextension/2010/11" id="{6AE226EC-F512-461F-86BB-4E3B36B207E6}">
  <we:reference id="wa200003233" version="2.0.0.3" store="pt-BR" storeType="OMEX"/>
  <we:alternateReferences>
    <we:reference id="WA200003233" version="2.0.0.3" store="WA200003233" storeType="OMEX"/>
  </we:alternateReferences>
  <we:properties>
    <we:property name="reportUrl" value="&quot;/groups/me/reports/e37e993b-b745-4ff6-894a-7f960fa01bbc/d9e0cfb85e877a362044?bookmarkGuid=8a104ba9-7c9d-41bd-839a-90c39b66bf12&amp;bookmarkUsage=1&amp;ctid=c5283f4e-4a43-4e47-8036-782c16785cad&amp;fromEntryPoint=export&quot;"/>
    <we:property name="reportName" value="&quot;Financial&quot;"/>
    <we:property name="reportState" value="&quot;CONNECTED&quot;"/>
    <we:property name="embedUrl" value="&quot;/reportEmbed?reportId=e37e993b-b745-4ff6-894a-7f960fa01bbc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d9e0cfb85e877a362044&quot;"/>
    <we:property name="pageDisplayName" value="&quot;Página 1&quot;"/>
    <we:property name="datasetId" value="&quot;a52b9d11-f8ef-42ec-a93a-56a3f020bab4&quot;"/>
    <we:property name="backgroundColor" value="&quot;#FFFFFF&quot;"/>
    <we:property name="bookmark" value="&quot;H4sIAAAAAAAAA+1Y32/bNhD+VwK99MUxZP1W31K3RYcFgzEHAYbCGE7k2WHBkCpFZfEC/+87UrITO062ecbSBvWTdHc6fvfx45H0XcBFU0tY/gLXGLwNflJcMODanIyCQaA6YzLCYpTkSZrxNMqQjeKKk1fXVmjVBG/vAgtmgfZSNC1Il4mMn2eDAKScwMK9zUE2OAhqNI1WIMWf2AWTy5oWV4MAb2upDbiUUwsWXdobCqd3gjAaxjQiMCtucIrMdlZeYsjmVZFikecQZ1GYJBTWdAEe2d4Ql9oPP9bKglA0jLNhlpSjeRxWcZKEPGaQJbGzz4W0fUi1/HBbG6qOal7WjpwzfgOKoSOESjDYdIjvgrPFwuACbP/6Ycs51rK93mOf6tYw/BXn3qWssEsaYy4UjSEcXSuiamI0Eek9U5DYGT+2qqcldK9X+o+xQeKRO8NgA3dMpoU2NMnyEeJjgaJH3jIbPMYxI0sj1EL2038/ExcdvFrg+AqMdfKqvtA8OtbpI204mndLT/x7YdYKiAY7UF+S9NVsrVCK/fJAgz3nHfrjkzxbOReJPC6QpwBpEhZYhmGS/q14X1YNg29oEZ1MiAXcmdTRAQoGiv0+JPxUyS+r4zzjOc5j2mfCAiCMyjJiP3T8/W4GU1xcozqQtmOB+A3BHLIdMdk2pDrkHZB/s65Hu+v6+Dp0DP4fI/bsvVRfGBy9kn7HLHgZRVUa5liFLIwhKbPDj3ufBBow7Gp5jjcoH0Pd+B+71gAvwYjuAOzLOrDc/iS/SRZsMfDeHa1d2AM8/fPXVsAJxxMOFrpUfSnBmdLPrt/n+shr5uXCCLrrWIOH9JZG0u5rtrpJcI10j/LXFhrLy67uIArs/Jp7N3pV3gXngpTa5b4E2bq0b95BI9gbt1690J9Ysz688UO85hnqlfu6i3wow1l3lQbVrC/S3SQbLf3TeuKpl0v3eef92qJZEnAfcQ946OAMN1CHe4AMHcOUTDTUoyXUjVO/u9KTiaPn4GdcNgdsDeea2okDcAGVxN+TlOd5WkanZcHZaVLO8RR4Gp8WMeOYlUmW8XC33Xez79FNhFJraE4P/6Hie7qfqHt7MAoyWltX25qR9eJTrZS0D10JyQ0qz9FuyOe9izwKR/H5urQLvaAu86C2f5wjeSLHrO8cCeYs5cAAkgJYnkVVmbsUz/Y1i7e20rfbxyT/29/qdGubGhhOQOGelufFzB20Z9ue/4Np0/RWq78Agrc1HNkSAAA=&quot;"/>
    <we:property name="initialStateBookmark" value="&quot;H4sIAAAAAAAAA+1YUW/bNhD+K4Fe+uIYsiRLVt8cN8OGpK1RBwGGwihO5NlhwZAqRWVxA//3HSnZiR0n3TxjWYP5Sbo7Hb/7+PFI+i7goiolLD7ANQZvg98UFwy4Nke9oBOoxnjy8ePZ++Gnsy8fhu9PyaxLK7Sqgrd3gQUzR3spqhqkS0HGz9NOAFKOYe7eZiAr7AQlmkorkOI7NsHksqbGZSfA21JqAy7lxIJFl/aGwumdxu51YxoRmBU3OEFmGyvPMWSzYtDHQZZBnEZhklBY1QR4ZDtDXGo//EgrC0LRMM6GaZL3ZnFYxEkS8phBmsTOPhPStiHF4vS2NFQd1bwoHStDfgOKIQ98CQarBvFdMJzPDc7Btq+nG86RlvX1DvtE14bhJ5x5l7LCLmiMmVA0hnB0LYmqsdFEpPdMQGJj/KVWLS2he73Sf4wMEo/cGTpruCMyzbWh2ZWPEB8KFD3ymtngMY4pWSqh5rKd/vuZuGjglQJHV2Csk1fxlebRsU4facPRnCw88e+EWSkg6mxBfUnSl9OVQin26wMNtpw36A9P8nTpXCTyeIC8D9BPwgHmYZj0fyjel1VD5z+0iI7GxAJuTWpvDwUDxf4cEn6q5JfVcZbyDGdxlGI4AAijPI/Y/zr+eTeDCc6vUe1J26FA/I5g9tmOmKwrUh3yBsjfWde97XV9eB06Bv+NEVv2XqovdA5eSbtjDngeRUU/zLAIWRhDkqf7H/d+FWjAsKvFOd6gfAx17X/sWgG8BCOaA7Ava89y2yP8OlmwwcA7d7R2YQ/wtM/fagFHHI84WGhStaUEQ6WfXb/P9ZHXzMuFEXTXsQb36S2VpN3XbHST4BrpHuWvLTSWl13ZQBTY+DX3bvSqvAvOBSm1yX0JsnZp35xAJdgbt1690J9Ysz688kO85hlqlfu6i3wow2lzlQZVrS7SzSQbLf3TauKpl0v3eeP9VqNZEHAfcQ+46+B011C7O4B0HcOUTFTUoyWUlVO/u9KTiaPn4AwX1R5bw7mmduIAXEAh8UvS51nWz6PjfMDZcZLP8Bh4Pz4exIxjmidpysPtdt/Mvkc3FkqtoDk9/IOK7+l+ou7NwSjIaG1dbStGVotP1VLSPnQlJDeoPEfbIZ93LvIo7MXnq9Iu9Jy6zIPa/nKO5Ikc07ZzJJixPgcGkAyAZWlU5JlL8Wxfs3hrC327eUzyv92tTte2KoHhGBTuaHlezNxBe7bt+T+Y/JnIoRGkmB984ApdN8nl8k/4f/KuAhMAAA==&quot;"/>
    <we:property name="isFiltersActionButtonVisible" value="true"/>
    <we:property name="isVisualContainerHeaderHidden" value="false"/>
    <we:property name="reportEmbeddedTime" value="&quot;2026-01-20T16:54:01.606Z&quot;"/>
    <we:property name="creatorTenantId" value="&quot;c5283f4e-4a43-4e47-8036-782c16785cad&quot;"/>
    <we:property name="creatorUserId" value="&quot;100320038075DAC3&quot;"/>
    <we:property name="creatorSessionId" value="&quot;2dc053e6-dae9-43a2-a9b3-227d01b803eb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7BB3D3D2-4AED-4094-991C-B310D1985423}">
  <we:reference id="wa200003233" version="2.0.0.3" store="pt-BR" storeType="OMEX"/>
  <we:alternateReferences>
    <we:reference id="WA200003233" version="2.0.0.3" store="WA200003233" storeType="OMEX"/>
  </we:alternateReferences>
  <we:properties>
    <we:property name="reportUrl" value="&quot;/groups/me/reports/e37e993b-b745-4ff6-894a-7f960fa01bbc/665ebc430479e509c7d3?bookmarkGuid=8ada08fc-f73e-4100-8a41-3cbe468e4ae6&amp;bookmarkUsage=1&amp;ctid=c5283f4e-4a43-4e47-8036-782c16785cad&amp;fromEntryPoint=export&quot;"/>
    <we:property name="reportName" value="&quot;Financial&quot;"/>
    <we:property name="reportState" value="&quot;CONNECTED&quot;"/>
    <we:property name="embedUrl" value="&quot;/reportEmbed?reportId=e37e993b-b745-4ff6-894a-7f960fa01bbc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665ebc430479e509c7d3&quot;"/>
    <we:property name="pageDisplayName" value="&quot;Página 2&quot;"/>
    <we:property name="datasetId" value="&quot;a52b9d11-f8ef-42ec-a93a-56a3f020bab4&quot;"/>
    <we:property name="backgroundColor" value="&quot;#FFFFFF&quot;"/>
    <we:property name="bookmark" value="&quot;H4sIAAAAAAAAA+1XyW7bMBD9FYNno6C1WrmlTooWSIugbnMpfBiTI5uBQqkU5doN/O8dUsrq1E2DLEbag2FyZjTLe8PtnElVVwWsPsEZsj32QUslQJamN2B9plthlEZRNkx5jFESxJBmkZCkLSurSl2zvXNmwczQnqi6gcJ5IuG3SZ9BURzDzM1yKGrsswpNXWoo1E9sjUllTYPrPsNlVZQGnMuxBYvO7YLMaU4pDN6EFBGEVQsco7CtNElinIoo5FGaYcwzkUpnVrcGPrM7TZxrH35UagtKUxgny4MoxpyjBJlwFBkfDGMnr5WeFV3CV99+WVUOHItLOy2XDo/pKQV2ntZrKigLkHP6hTKJY45BFKGPnKvCdgGnq8NlZQgrQrD1ti8XoAU6eAkQg3Vb/znbn80MzsB208MbylFZNGd3yMdlYwR+xtyrtFV2RTFypSmGcuC7PI9NSbR4zRgKbIXvGt2BzN10Xv4YGSRWpBNMSLIVEwFG3gSEJkaiebvyxR4oc8Fh0L+V80sWSpWRCMIMwumQc4FhINIMxHDXifuqla1747KQ/wJ726ptKUx4Rqs3zDCJgEM6SLJ4+kcKR4TQrDS0/xUbLD5W6qOy0das2CYt/R1pJRrmyj5CG1UKR3Mwdqdb6XfVricXpw1ZnF47T7omadN//K6Y+KMjzGGQyDCl8yoIcRAG0WC44zvQfdvmHm3+XqEBI+arI1xgsZnapX5TdZHQCRjVXiV8GQ8sr7sTXTpjNyo+cJcUZ3Ytn278vVHQk9iTYKF11ZXC9nW5de0/xx70kS49854v7iGnQ9HU1IQo23T+ZokPbi/x18+0o3YbAk/C6f02r9cPfv+J8G036WEcZiIOeJAEkodZNM0S/v+O8bzvjIfvRTv27ni524bv5SvE2BnSU94NysbWFQg8Bo0+ftW6UOjtqG1AS0eUHxv3f6SIjZanEygaR5F/+DMfxkf7BVnFoFRxEAAA&quot;"/>
    <we:property name="initialStateBookmark" value="&quot;H4sIAAAAAAAAA+1YWW8aMRD+K8jPqPKesHkjJFWrnAptXipUza5nwZHj3Xq9FBrx32t7NycpSaMcKO0Dwh4Pc3zfeGxzQRivSgGLQzhHskU+S8YzYIXqeKRLZCPcPjraOxic7H0/HBzsGnFRal7IimxdEA1qgvqUVzUIa8IIv427BIQ4homd5SAq7JISVVVIEPwXNspmSasal12C81IUCqzJkQaN1uzMqJu58e19CIxHyDSf4Qgz3UjjOMI0CwMa9hKMaJL1mFWrGgUX2b0q1rRzPyykBi6NGyvL/TDCnCIDFlPMEur1IyuvuJyINuDr335ZlBYVjXOdFnOLR3pmHFtLy6VJKPGRUvMJWBxFFP0wROc550K3DtPF7rxUBiuDYGNtwGYgM2TEAaKwavK/IIPJROEEdDvdvbU4LER9fo98VNQqwxPM3ZLUXC+Mj5xL44Nb8G2cx6owtLiVEQhshB9r2YJM7XRa/BwqNKwwKxgbyVpMMlDsNiBmohiq7YVLdoerSw797p2Y3zJRk5kRQZBAkPYpzTDws14CWX/Tifsqua46o0Kwf4G9ddk2FMY0Mbs3SDAOgULPi5MofZDCoUFoUijT+MQKi88V+rCopVYLskpLd0NKyQxzrp+hjEqOwykovdGl9Kdsl+PL08ZonN04T9oiacJ//qoYu6MjyMGLWdAz55UfoBf4odff8A702LJ5RJl/4qhAZdPFPs5QrIZ2tb66dBnQKSjeXCVcGk9Mr70MXRkjtzLesZcUq3Yjnnb8o+bQYdhhoKEx1aZCBrJYu/dfowcdmEvPtOOSe8rpIOrKFCGyJpy/2eLe3S3+/pm21K5D4EU4fVzzev/gd18I36ZJ96MgySKf+rHPaJCEaRLT/3eM131nPL0Xbdi74+1uG66WrxEj52ie8nZQ1LoqIcNjkOj8l40Jjk7PlA1IZolyY2W/97lho+HpFERtKXIPf9cILXU8FfjAD+zfAcSF5aL7DWaNX6SaEAAA&quot;"/>
    <we:property name="isFiltersActionButtonVisible" value="true"/>
    <we:property name="isVisualContainerHeaderHidden" value="false"/>
    <we:property name="reportEmbeddedTime" value="&quot;2026-01-20T16:56:38.208Z&quot;"/>
    <we:property name="creatorTenantId" value="&quot;c5283f4e-4a43-4e47-8036-782c16785cad&quot;"/>
    <we:property name="creatorUserId" value="&quot;100320038075DAC3&quot;"/>
    <we:property name="creatorSessionId" value="&quot;812884d3-4bfb-4a21-9a6a-dbf549f66aca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173A5D9D-EA73-42C6-9D48-C5B07210BA79}">
  <we:reference id="wa200003233" version="2.0.0.3" store="pt-BR" storeType="OMEX"/>
  <we:alternateReferences>
    <we:reference id="WA200003233" version="2.0.0.3" store="WA200003233" storeType="OMEX"/>
  </we:alternateReferences>
  <we:properties>
    <we:property name="reportUrl" value="&quot;/groups/me/reports/e37e993b-b745-4ff6-894a-7f960fa01bbc/fc1314cb42b32b14903d?bookmarkGuid=c365950a-9359-4a57-aa1a-56424c672ee6&amp;bookmarkUsage=1&amp;ctid=c5283f4e-4a43-4e47-8036-782c16785cad&amp;fromEntryPoint=export&quot;"/>
    <we:property name="reportName" value="&quot;Financial&quot;"/>
    <we:property name="reportState" value="&quot;CONNECTED&quot;"/>
    <we:property name="embedUrl" value="&quot;/reportEmbed?reportId=e37e993b-b745-4ff6-894a-7f960fa01bbc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fc1314cb42b32b14903d&quot;"/>
    <we:property name="pageDisplayName" value="&quot;Página 3&quot;"/>
    <we:property name="datasetId" value="&quot;a52b9d11-f8ef-42ec-a93a-56a3f020bab4&quot;"/>
    <we:property name="backgroundColor" value="&quot;#FFFFFF&quot;"/>
    <we:property name="bookmark" value="&quot;H4sIAAAAAAAAA9VWy27bMBD8lYBnoxD1spRb6qZAgbYw6jaXwIcVtVYY0KRAUa4dw//eJeU0cRr0haB2dRE5u96dHQ5hbVktu1bB5iMskZ2zd7qWAmpjzzgbMT2AEUJajCHLION8HKU1L2uKmtZJozt2vmUObIPuSnY9KF+JwOv5iIFSU2j8bgGqwxFr0XZGg5J3OCRTyNkedyOG61YZC77kzIFDX3ZF6bQnCvxVQh1BOLnCGQo3oAvBE56KKo2rJK54WkaJJ9YNCYHZsym+dGg/MdqB1NTGY0UEZVpmWZJHZVqUwAsBoYZUbp9SbS7XraXpaOZN68W5qFegBfq+NILFbmC8ZRdNY7EBt99eHgQnRvXLZ/CZ6a3AT7gIIe2k2/g5paYe0su1I6mm1pCQIULLhXQBfdvrvS6R396YrxOLJGTtgdF3vhOCGmPplNUPlF+K1QybJeqB1iGPOSGd1I3an//DUXwe6LUSJzdgnfdXdUsH6WWnHxlbo329Ccq/kfbeAvHoCdWjqr6b33uUMm4fuXAv+kD/5VWe73woLWO6qWVWcC7iqsQY8uzE7TsDhd2fuPe4dL9o6bqzmVH1qd24iem1I3/9xY2Du97iB2if3rh/Z+QH8oORx1FUVXUiRJTnUZQXMcT5L418XJVPxaG/+3/wH7oiycdQQSF4USTIUSTxOLjip2M4XLvKrA+nCM9jhC2Rvl/8wvSua0HgFDSGadqBkMSQRycKusZ6v7b+/V6SKYfWV6B63zV87bDQxnPffQN22iitZgkAAA==&quot;"/>
    <we:property name="initialStateBookmark" value="&quot;H4sIAAAAAAAAA9VWXW/aMBT9K5Wf0ZQPCEnfKGPS1NGisvZlQtONc0ldGTtyHAZF/PddO3QtXbVuUzVYXmKfe+N77vGx4g0rRF1JWF/AAtkp+6gKwaHQ5iRkHaZa8Ozy8nw8uDr/ejEYjwjWlRVa1ex0wyyYEu2NqBuQbgkCv8w6DKScQOlmc5A1dliFptYKpLjHNplC1jS47TBcVVIbcEtOLVh0yy4pneZUO3wXU0XgVixxity26JyHcdjleTfK4ygPu1kQF5RWtwme2YspbmlffqiVBaGojMPSALJu1uvFSZB10wzClINfQ0i7S8nXo1VlqDvqeV05VQbFEhRHV5daMFi3jDdsUJYGS7C76WgvONSyWbyAT3VjOF7h3IeUFXbt+hSKaggn15akmhhNQvoIDefCevRDo3a6BG56q78NDZKQhQM6P/gOCSq1oe2VP1F+K1ZTLBeoWlr7PGaE1EKVcrf/j1vxuaVXCRzegrHOX/kdbaSTnT7SpkBztvbKvxfmwQJR5xnVg6q+nT14lDLunrhwJ3pL/+1Vnm1dqJtFAULWS8OQR3mGESS9I7fvFCTWf+Lew9K9VsLWJ1Mti2M7cUPdKEv++osTB/eNwTFUz0/cvzPyI/nWyP0gyPMi5jxIkiBI0gii5FUjH1blY3Ho7/4P/kNXxEkfckh5mKYxhsjjqO9d8cs2LK5srlf7XfjnKcIWSPcXN9CNrSvgOAGFvpuqJSTQ59GOgiqw2I2Ne38SZMq29A3IxlX1tx3mixAbkUt85QN3B2Kelut1+x3wqjFLjwkAAA==&quot;"/>
    <we:property name="isFiltersActionButtonVisible" value="true"/>
    <we:property name="isVisualContainerHeaderHidden" value="false"/>
    <we:property name="reportEmbeddedTime" value="&quot;2026-01-20T16:58:14.594Z&quot;"/>
    <we:property name="creatorTenantId" value="&quot;c5283f4e-4a43-4e47-8036-782c16785cad&quot;"/>
    <we:property name="creatorUserId" value="&quot;100320038075DAC3&quot;"/>
    <we:property name="creatorSessionId" value="&quot;1b0ad351-508f-4d10-b15a-43b41904a8e1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Ingrid Coelho de Castro</dc:creator>
  <cp:lastModifiedBy>Ingrid Eva Coelho de Castro</cp:lastModifiedBy>
  <cp:revision>1</cp:revision>
  <dcterms:created xsi:type="dcterms:W3CDTF">2026-01-20T17:00:31Z</dcterms:created>
  <dcterms:modified xsi:type="dcterms:W3CDTF">2026-01-20T17:00:59Z</dcterms:modified>
</cp:coreProperties>
</file>